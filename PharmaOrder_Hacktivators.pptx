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19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4080">
              <a:alpha val="60000"/>
            </a:srgbClr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1E4080">
              <a:alpha val="40000"/>
            </a:srgbClr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 -FY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Pharmacy Ordering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4114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Scalable · Smart Healthcare Delivery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527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goals &amp; problem statement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5156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28016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161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1527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· ASP.NET Core 10 · SQL Server 2022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8600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ER diagram &amp; relationships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286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28600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251460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features for launch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2044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3630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3995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frameworks &amp; technologies used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520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52044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374904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3630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77840" y="3995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 — roles &amp; responsibilities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pharmacy ordering is manual, error-prone, and lacks prescription verification. Customers face long queues, unavailable medicines, and no order tracking. Healthcare providers need a digital-first solution that ensures:
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prescription validation before dispensing
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&amp; availability checks
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online ordering with delivery
</a:t>
            </a: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admin control &amp; reporting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1627632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0368" y="1572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pharmacy ordering platform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130552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30368" y="2075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JWT-based auth with role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633472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2578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prescription upload &amp; validation workflow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136392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3081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stock updates on confirmed orders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639312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3584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admin dashboard for catalogue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4142232"/>
            <a:ext cx="256032" cy="25603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4087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responsive, modern Angular 21 frontend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—  Angular 21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5331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898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682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135331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3898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List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682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Filter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35331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3898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Orders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1682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History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57416" y="1353312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13898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21424" y="16824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Mgmt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34840" y="2331720"/>
            <a:ext cx="4572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 + JWT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24912"/>
            <a:ext cx="8412480" cy="1417320"/>
          </a:xfrm>
          <a:prstGeom prst="rect">
            <a:avLst/>
          </a:prstGeom>
          <a:solidFill>
            <a:srgbClr val="F0FFF4"/>
          </a:solidFill>
          <a:ln w="1905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770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—  ASP.NET Core 10 Web 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145536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455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67128" y="3145536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67128" y="31455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67128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31336" y="3145536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31455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31336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95544" y="3145536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31455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95544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59752" y="3145536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9752" y="31455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59752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34840" y="4178808"/>
            <a:ext cx="4572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/ SQL Queries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517136"/>
            <a:ext cx="8412480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451713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—  SQL Server 2022    |    Users · Medicines · Orders · OrderItems · Prescriptions    |    EF Core Code-First · 3NF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651760" cy="16477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6517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144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74927" y="1234440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96973" y="1234440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8600" y="1446581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446581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74927" y="1446581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NVARCHAR(100)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165872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74927" y="165872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NVARCHAR(150)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96973" y="1658722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1870862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87086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74927" y="187086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NVARCHAR(255)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2083003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74927" y="2083003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NVARCHAR(20)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96973" y="2083003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'Customer'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295144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295144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74927" y="2295144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914400"/>
            <a:ext cx="2651760" cy="20720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914400"/>
            <a:ext cx="2651760" cy="3200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3355848" y="9144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1234440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92447" y="1234440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14493" y="1234440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46120" y="1446581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1446581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92447" y="1446581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NVARCHAR(150)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37560" y="165872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92447" y="165872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NVARCHAR(100)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46120" y="1870862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187086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92447" y="187086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NVARCHAR(100)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7560" y="2083003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92447" y="2083003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DECIMAL(10,2)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46120" y="2295144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2295144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RequiresPrescription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92447" y="2295144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14493" y="2295144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37560" y="2507285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StockQuantity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92447" y="2507285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46120" y="2719426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2719426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IsAvailable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92447" y="2719426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14493" y="2719426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1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63640" y="914400"/>
            <a:ext cx="2651760" cy="16477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63640" y="914400"/>
            <a:ext cx="2651760" cy="32004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54" name="Text 52"/>
          <p:cNvSpPr/>
          <p:nvPr/>
        </p:nvSpPr>
        <p:spPr>
          <a:xfrm>
            <a:off x="6373368" y="9144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55080" y="1234440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PrescriptionId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09967" y="1234440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332013" y="1234440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63640" y="1446581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1446581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509967" y="1446581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332013" y="1446581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FK→Users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355080" y="165872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09967" y="165872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332013" y="1658722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FK·UNIQUE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263640" y="1870862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187086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FileUrl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509967" y="187086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NVARCHAR(500)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355080" y="2083003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509967" y="2083003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NVARCHAR(20)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332013" y="2083003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'Pending'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263640" y="2295144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2295144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UploadedAt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09967" y="2295144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28600" y="3401568"/>
            <a:ext cx="2651760" cy="16477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28600" y="3401568"/>
            <a:ext cx="2651760" cy="3200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6" name="Text 74"/>
          <p:cNvSpPr/>
          <p:nvPr/>
        </p:nvSpPr>
        <p:spPr>
          <a:xfrm>
            <a:off x="338328" y="340156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20040" y="3721608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474927" y="3721608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296973" y="3721608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28600" y="3933749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3933749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474927" y="3933749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296973" y="3933749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FK→Users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320040" y="4145890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TotalAmount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474927" y="4145890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DECIMAL(10,2)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28600" y="4358030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0040" y="4358030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474927" y="4358030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NVARCHAR(30)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296973" y="4358030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'Pending'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20040" y="4570171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DeliveryAddress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474927" y="4570171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NVARCHAR(500)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28600" y="4782312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78231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OrderedAt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474927" y="478231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246120" y="3291840"/>
            <a:ext cx="265176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3246120" y="3291840"/>
            <a:ext cx="2651760" cy="3200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7" name="Text 95"/>
          <p:cNvSpPr/>
          <p:nvPr/>
        </p:nvSpPr>
        <p:spPr>
          <a:xfrm>
            <a:off x="3355848" y="329184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OrderItems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3337560" y="3611880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OrderItemId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492447" y="3611880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314493" y="3611880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246120" y="3824021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37560" y="3824021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492447" y="3824021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314493" y="3824021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FK→Orders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3337560" y="403616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MedicineId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492447" y="403616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314493" y="4036162"/>
            <a:ext cx="53035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FK→Med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246120" y="4248302"/>
            <a:ext cx="2651760" cy="21214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337560" y="4248302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4492447" y="4248302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3337560" y="4460443"/>
            <a:ext cx="1193292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4492447" y="4460443"/>
            <a:ext cx="795528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DECIMAL(10,2)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  FK = Foreign Key    UNIQUE = Unique Constraint    DEF = Default Value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07008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Medicines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1435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dosage &amp; packaging info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207008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22392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Prescription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22392" y="1435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Rx medicines before order placement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01168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212848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Ordering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management, delivery address, order confirmation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01168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212848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22392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Catalogue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22392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listing with search and filter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1752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218688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1832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Validation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1832" y="3447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order if prescription is missing or invalid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1752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892040" y="3218688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22392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Inventory Update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22392" y="3447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decremented automatically on confirmed orders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31720" y="4023360"/>
            <a:ext cx="4480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331720" y="402336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Shape 41"/>
          <p:cNvSpPr/>
          <p:nvPr/>
        </p:nvSpPr>
        <p:spPr>
          <a:xfrm>
            <a:off x="2468880" y="4224528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99232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&amp; Reorder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999232" y="4453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past orders; one-click reorder for recurring medicines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60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0876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56362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18562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Framework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33172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33172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23865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" y="26791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JS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15468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15468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320954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97764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403250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Interceptor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" y="43251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bearer token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50592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960120"/>
            <a:ext cx="2011680" cy="4572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960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150876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1508760"/>
            <a:ext cx="54864" cy="6858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9" name="Text 27"/>
          <p:cNvSpPr/>
          <p:nvPr/>
        </p:nvSpPr>
        <p:spPr>
          <a:xfrm>
            <a:off x="2670048" y="156362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70048" y="18562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framework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233172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2331720"/>
            <a:ext cx="54864" cy="6858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3" name="Text 31"/>
          <p:cNvSpPr/>
          <p:nvPr/>
        </p:nvSpPr>
        <p:spPr>
          <a:xfrm>
            <a:off x="2670048" y="23865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70048" y="26791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315468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3154680"/>
            <a:ext cx="54864" cy="6858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2670048" y="320954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70048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&amp; migrations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0" y="397764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3977640"/>
            <a:ext cx="54864" cy="6858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1" name="Text 39"/>
          <p:cNvSpPr/>
          <p:nvPr/>
        </p:nvSpPr>
        <p:spPr>
          <a:xfrm>
            <a:off x="2670048" y="403250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70048" y="43251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26864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26864" y="960120"/>
            <a:ext cx="201168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5" name="Text 43"/>
          <p:cNvSpPr/>
          <p:nvPr/>
        </p:nvSpPr>
        <p:spPr>
          <a:xfrm>
            <a:off x="4690872" y="960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36592" y="150876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36592" y="1508760"/>
            <a:ext cx="54864" cy="685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156362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46320" y="18562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233172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36592" y="2331720"/>
            <a:ext cx="54864" cy="685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23865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46320" y="26791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management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36592" y="315468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36592" y="3154680"/>
            <a:ext cx="54864" cy="685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320954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Schema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846320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design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36592" y="397764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36592" y="3977640"/>
            <a:ext cx="54864" cy="685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0" name="Text 58"/>
          <p:cNvSpPr/>
          <p:nvPr/>
        </p:nvSpPr>
        <p:spPr>
          <a:xfrm>
            <a:off x="4846320" y="403250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846320" y="43251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schema mgmt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03136" y="96012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803136" y="960120"/>
            <a:ext cx="2011680" cy="457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4" name="Text 62"/>
          <p:cNvSpPr/>
          <p:nvPr/>
        </p:nvSpPr>
        <p:spPr>
          <a:xfrm>
            <a:off x="6867144" y="960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DevOps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912864" y="150876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12864" y="1508760"/>
            <a:ext cx="54864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7" name="Text 65"/>
          <p:cNvSpPr/>
          <p:nvPr/>
        </p:nvSpPr>
        <p:spPr>
          <a:xfrm>
            <a:off x="7022592" y="156362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022592" y="18562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912864" y="233172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12864" y="2331720"/>
            <a:ext cx="54864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1" name="Text 69"/>
          <p:cNvSpPr/>
          <p:nvPr/>
        </p:nvSpPr>
        <p:spPr>
          <a:xfrm>
            <a:off x="7022592" y="23865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7022592" y="26791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IDE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912864" y="315468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12864" y="3154680"/>
            <a:ext cx="54864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5" name="Text 73"/>
          <p:cNvSpPr/>
          <p:nvPr/>
        </p:nvSpPr>
        <p:spPr>
          <a:xfrm>
            <a:off x="7022592" y="320954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7022592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912864" y="3977640"/>
            <a:ext cx="1792224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12864" y="3977640"/>
            <a:ext cx="54864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9" name="Text 77"/>
          <p:cNvSpPr/>
          <p:nvPr/>
        </p:nvSpPr>
        <p:spPr>
          <a:xfrm>
            <a:off x="7022592" y="403250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7022592" y="432511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4801" y="-566928"/>
            <a:ext cx="4572000" cy="4572000"/>
          </a:xfrm>
          <a:prstGeom prst="ellipse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HACKTIVATORS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47472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896112" y="19202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36192" y="16733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K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36192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36192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32113" y="1499616"/>
            <a:ext cx="347472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5102352" y="19202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42432" y="16733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TUNGALA KAVYA SREE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5511" y="1984248"/>
            <a:ext cx="12971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42432" y="2313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347472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896112" y="34747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36192" y="3227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36192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36192" y="3867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3063240"/>
            <a:ext cx="347472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02352" y="34747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42432" y="3227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Yuvasree 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42432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42432" y="3867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A9FEB1-D9C8-2150-877F-FF6EB588A5B5}"/>
              </a:ext>
            </a:extLst>
          </p:cNvPr>
          <p:cNvSpPr txBox="1"/>
          <p:nvPr/>
        </p:nvSpPr>
        <p:spPr>
          <a:xfrm>
            <a:off x="1399032" y="3241031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Gajendran 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1E4080">
              <a:alpha val="40000"/>
            </a:srgbClr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 - </a:t>
            </a:r>
            <a:r>
              <a:rPr lang="en-US" sz="160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</a:t>
            </a: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Online Pharmacy Ordering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 by Team Hacktivators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641</Words>
  <Application>Microsoft Office PowerPoint</Application>
  <PresentationFormat>On-screen Show (16:9)</PresentationFormat>
  <Paragraphs>239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PharmaOrder - Hacktivators</dc:title>
  <dc:subject>PptxGenJS Presentation</dc:subject>
  <dc:creator>PptxGenJS</dc:creator>
  <cp:lastModifiedBy>Gajendran N</cp:lastModifiedBy>
  <cp:revision>2</cp:revision>
  <dcterms:created xsi:type="dcterms:W3CDTF">2026-04-27T07:06:21Z</dcterms:created>
  <dcterms:modified xsi:type="dcterms:W3CDTF">2026-04-27T11:50:05Z</dcterms:modified>
</cp:coreProperties>
</file>